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sldIdLst>
    <p:sldId id="256" r:id="rId2"/>
    <p:sldId id="259" r:id="rId3"/>
    <p:sldId id="257" r:id="rId4"/>
    <p:sldId id="265" r:id="rId5"/>
    <p:sldId id="260" r:id="rId6"/>
    <p:sldId id="262" r:id="rId7"/>
    <p:sldId id="261" r:id="rId8"/>
    <p:sldId id="258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F3E523-5108-28A3-7BE5-F6A883C737BF}" name="Vendégfelhasználó" initials="Ve" userId="S::urn:spo:tenantanon#57eac95e-d08a-4acf-be4b-dde3ee1f2e6e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FA61C-BC16-5A35-6A11-57394C7123A8}" v="1" dt="2026-04-27T17:28:24.331"/>
    <p1510:client id="{50A4724A-2F44-D021-7339-2816808AD328}" v="714" dt="2026-04-27T19:54:55.172"/>
    <p1510:client id="{52AEEACF-D2BB-F542-A473-9434AC6A5738}" v="6" dt="2026-04-27T20:25:54.997"/>
    <p1510:client id="{52F53410-04AD-AD83-A053-6B63ACFEB43B}" v="15" dt="2026-04-27T19:35:11.221"/>
    <p1510:client id="{79491016-69FF-DE1C-A97E-9D14329B7E5A}" v="1" dt="2026-04-27T19:59:50.058"/>
    <p1510:client id="{7D5B7AC2-953A-7D6B-73A2-F3366F5120CE}" v="1" dt="2026-04-27T19:50:32.696"/>
    <p1510:client id="{D2AFBE12-AA0C-C6EE-1401-71CF56F15216}" v="181" dt="2026-04-27T19:49:55.229"/>
    <p1510:client id="{F0B67932-E003-D340-1C5F-9CEC2D5FCB12}" v="71" dt="2026-04-27T19:45:06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óth Benedek" userId="S::toth.benedek2010@tanulo.boronkay.hu::11a21dc5-df9f-4462-ba1b-f6924497f72d" providerId="AD" clId="Web-{7D5B7AC2-953A-7D6B-73A2-F3366F5120CE}"/>
    <pc:docChg chg="addSld">
      <pc:chgData name="Tóth Benedek" userId="S::toth.benedek2010@tanulo.boronkay.hu::11a21dc5-df9f-4462-ba1b-f6924497f72d" providerId="AD" clId="Web-{7D5B7AC2-953A-7D6B-73A2-F3366F5120CE}" dt="2026-04-27T19:50:32.696" v="0"/>
      <pc:docMkLst>
        <pc:docMk/>
      </pc:docMkLst>
      <pc:sldChg chg="add replId">
        <pc:chgData name="Tóth Benedek" userId="S::toth.benedek2010@tanulo.boronkay.hu::11a21dc5-df9f-4462-ba1b-f6924497f72d" providerId="AD" clId="Web-{7D5B7AC2-953A-7D6B-73A2-F3366F5120CE}" dt="2026-04-27T19:50:32.696" v="0"/>
        <pc:sldMkLst>
          <pc:docMk/>
          <pc:sldMk cId="2085672362" sldId="262"/>
        </pc:sldMkLst>
      </pc:sldChg>
    </pc:docChg>
  </pc:docChgLst>
  <pc:docChgLst>
    <pc:chgData name="Vendégfelhasználó" userId="S::urn:spo:tenantanon#57eac95e-d08a-4acf-be4b-dde3ee1f2e6e::" providerId="AD" clId="Web-{50A4724A-2F44-D021-7339-2816808AD328}"/>
    <pc:docChg chg="mod addSld modSld sldOrd">
      <pc:chgData name="Vendégfelhasználó" userId="S::urn:spo:tenantanon#57eac95e-d08a-4acf-be4b-dde3ee1f2e6e::" providerId="AD" clId="Web-{50A4724A-2F44-D021-7339-2816808AD328}" dt="2026-04-27T19:54:55.172" v="261" actId="1076"/>
      <pc:docMkLst>
        <pc:docMk/>
      </pc:docMkLst>
      <pc:sldChg chg="modSp">
        <pc:chgData name="Vendégfelhasználó" userId="S::urn:spo:tenantanon#57eac95e-d08a-4acf-be4b-dde3ee1f2e6e::" providerId="AD" clId="Web-{50A4724A-2F44-D021-7339-2816808AD328}" dt="2026-04-27T19:18:14.831" v="18" actId="20577"/>
        <pc:sldMkLst>
          <pc:docMk/>
          <pc:sldMk cId="2210511277" sldId="257"/>
        </pc:sldMkLst>
        <pc:spChg chg="mod">
          <ac:chgData name="Vendégfelhasználó" userId="S::urn:spo:tenantanon#57eac95e-d08a-4acf-be4b-dde3ee1f2e6e::" providerId="AD" clId="Web-{50A4724A-2F44-D021-7339-2816808AD328}" dt="2026-04-27T19:18:14.831" v="18" actId="20577"/>
          <ac:spMkLst>
            <pc:docMk/>
            <pc:sldMk cId="2210511277" sldId="257"/>
            <ac:spMk id="3" creationId="{8A3670CA-6612-D591-0716-77EA551C5110}"/>
          </ac:spMkLst>
        </pc:spChg>
      </pc:sldChg>
      <pc:sldChg chg="modSp modNotes">
        <pc:chgData name="Vendégfelhasználó" userId="S::urn:spo:tenantanon#57eac95e-d08a-4acf-be4b-dde3ee1f2e6e::" providerId="AD" clId="Web-{50A4724A-2F44-D021-7339-2816808AD328}" dt="2026-04-27T19:51:30.363" v="250"/>
        <pc:sldMkLst>
          <pc:docMk/>
          <pc:sldMk cId="1796844600" sldId="258"/>
        </pc:sldMkLst>
        <pc:spChg chg="mod">
          <ac:chgData name="Vendégfelhasználó" userId="S::urn:spo:tenantanon#57eac95e-d08a-4acf-be4b-dde3ee1f2e6e::" providerId="AD" clId="Web-{50A4724A-2F44-D021-7339-2816808AD328}" dt="2026-04-27T19:50:29.437" v="244" actId="20577"/>
          <ac:spMkLst>
            <pc:docMk/>
            <pc:sldMk cId="1796844600" sldId="258"/>
            <ac:spMk id="3" creationId="{251A2186-E74B-F36A-817A-34E2CD1B91F7}"/>
          </ac:spMkLst>
        </pc:spChg>
      </pc:sldChg>
      <pc:sldChg chg="modSp ord">
        <pc:chgData name="Vendégfelhasználó" userId="S::urn:spo:tenantanon#57eac95e-d08a-4acf-be4b-dde3ee1f2e6e::" providerId="AD" clId="Web-{50A4724A-2F44-D021-7339-2816808AD328}" dt="2026-04-27T19:41:34.644" v="209" actId="20577"/>
        <pc:sldMkLst>
          <pc:docMk/>
          <pc:sldMk cId="2071427717" sldId="259"/>
        </pc:sldMkLst>
        <pc:spChg chg="mod">
          <ac:chgData name="Vendégfelhasználó" userId="S::urn:spo:tenantanon#57eac95e-d08a-4acf-be4b-dde3ee1f2e6e::" providerId="AD" clId="Web-{50A4724A-2F44-D021-7339-2816808AD328}" dt="2026-04-27T19:18:34.660" v="22" actId="20577"/>
          <ac:spMkLst>
            <pc:docMk/>
            <pc:sldMk cId="2071427717" sldId="259"/>
            <ac:spMk id="2" creationId="{7E9888AF-4F14-7AB3-7EF8-A90D2093C440}"/>
          </ac:spMkLst>
        </pc:spChg>
        <pc:spChg chg="mod">
          <ac:chgData name="Vendégfelhasználó" userId="S::urn:spo:tenantanon#57eac95e-d08a-4acf-be4b-dde3ee1f2e6e::" providerId="AD" clId="Web-{50A4724A-2F44-D021-7339-2816808AD328}" dt="2026-04-27T19:41:34.644" v="209" actId="20577"/>
          <ac:spMkLst>
            <pc:docMk/>
            <pc:sldMk cId="2071427717" sldId="259"/>
            <ac:spMk id="3" creationId="{63EB4D93-0F10-C466-43E8-34B6EF1EE0E4}"/>
          </ac:spMkLst>
        </pc:spChg>
      </pc:sldChg>
      <pc:sldChg chg="modSp">
        <pc:chgData name="Vendégfelhasználó" userId="S::urn:spo:tenantanon#57eac95e-d08a-4acf-be4b-dde3ee1f2e6e::" providerId="AD" clId="Web-{50A4724A-2F44-D021-7339-2816808AD328}" dt="2026-04-27T19:40:46.032" v="183" actId="20577"/>
        <pc:sldMkLst>
          <pc:docMk/>
          <pc:sldMk cId="1921779956" sldId="260"/>
        </pc:sldMkLst>
        <pc:spChg chg="mod">
          <ac:chgData name="Vendégfelhasználó" userId="S::urn:spo:tenantanon#57eac95e-d08a-4acf-be4b-dde3ee1f2e6e::" providerId="AD" clId="Web-{50A4724A-2F44-D021-7339-2816808AD328}" dt="2026-04-27T19:40:46.032" v="183" actId="20577"/>
          <ac:spMkLst>
            <pc:docMk/>
            <pc:sldMk cId="1921779956" sldId="260"/>
            <ac:spMk id="3" creationId="{2E614BAA-2DF6-6CE9-7904-21BF7F8CCD93}"/>
          </ac:spMkLst>
        </pc:spChg>
      </pc:sldChg>
      <pc:sldChg chg="modSp new">
        <pc:chgData name="Vendégfelhasználó" userId="S::urn:spo:tenantanon#57eac95e-d08a-4acf-be4b-dde3ee1f2e6e::" providerId="AD" clId="Web-{50A4724A-2F44-D021-7339-2816808AD328}" dt="2026-04-27T19:46:17.402" v="229" actId="20577"/>
        <pc:sldMkLst>
          <pc:docMk/>
          <pc:sldMk cId="2933447347" sldId="261"/>
        </pc:sldMkLst>
        <pc:spChg chg="mod">
          <ac:chgData name="Vendégfelhasználó" userId="S::urn:spo:tenantanon#57eac95e-d08a-4acf-be4b-dde3ee1f2e6e::" providerId="AD" clId="Web-{50A4724A-2F44-D021-7339-2816808AD328}" dt="2026-04-27T19:46:17.402" v="229" actId="20577"/>
          <ac:spMkLst>
            <pc:docMk/>
            <pc:sldMk cId="2933447347" sldId="261"/>
            <ac:spMk id="2" creationId="{943C9D33-CB0C-5E9F-F642-4C963637CABF}"/>
          </ac:spMkLst>
        </pc:spChg>
      </pc:sldChg>
      <pc:sldChg chg="modSp new">
        <pc:chgData name="Vendégfelhasználó" userId="S::urn:spo:tenantanon#57eac95e-d08a-4acf-be4b-dde3ee1f2e6e::" providerId="AD" clId="Web-{50A4724A-2F44-D021-7339-2816808AD328}" dt="2026-04-27T19:54:55.172" v="261" actId="1076"/>
        <pc:sldMkLst>
          <pc:docMk/>
          <pc:sldMk cId="2570621953" sldId="263"/>
        </pc:sldMkLst>
        <pc:spChg chg="mod">
          <ac:chgData name="Vendégfelhasználó" userId="S::urn:spo:tenantanon#57eac95e-d08a-4acf-be4b-dde3ee1f2e6e::" providerId="AD" clId="Web-{50A4724A-2F44-D021-7339-2816808AD328}" dt="2026-04-27T19:54:55.172" v="261" actId="1076"/>
          <ac:spMkLst>
            <pc:docMk/>
            <pc:sldMk cId="2570621953" sldId="263"/>
            <ac:spMk id="2" creationId="{315E7E6D-21C5-2018-4FDE-D82455DDDF33}"/>
          </ac:spMkLst>
        </pc:spChg>
      </pc:sldChg>
    </pc:docChg>
  </pc:docChgLst>
  <pc:docChgLst>
    <pc:chgData name="Tóth Benedek" userId="S::toth.benedek2010@tanulo.boronkay.hu::11a21dc5-df9f-4462-ba1b-f6924497f72d" providerId="AD" clId="Web-{D2AFBE12-AA0C-C6EE-1401-71CF56F15216}"/>
    <pc:docChg chg="modSld">
      <pc:chgData name="Tóth Benedek" userId="S::toth.benedek2010@tanulo.boronkay.hu::11a21dc5-df9f-4462-ba1b-f6924497f72d" providerId="AD" clId="Web-{D2AFBE12-AA0C-C6EE-1401-71CF56F15216}" dt="2026-04-27T19:49:51.041" v="96" actId="20577"/>
      <pc:docMkLst>
        <pc:docMk/>
      </pc:docMkLst>
      <pc:sldChg chg="addSp delSp modSp">
        <pc:chgData name="Tóth Benedek" userId="S::toth.benedek2010@tanulo.boronkay.hu::11a21dc5-df9f-4462-ba1b-f6924497f72d" providerId="AD" clId="Web-{D2AFBE12-AA0C-C6EE-1401-71CF56F15216}" dt="2026-04-27T19:49:51.041" v="96" actId="20577"/>
        <pc:sldMkLst>
          <pc:docMk/>
          <pc:sldMk cId="1921779956" sldId="260"/>
        </pc:sldMkLst>
        <pc:spChg chg="add del">
          <ac:chgData name="Tóth Benedek" userId="S::toth.benedek2010@tanulo.boronkay.hu::11a21dc5-df9f-4462-ba1b-f6924497f72d" providerId="AD" clId="Web-{D2AFBE12-AA0C-C6EE-1401-71CF56F15216}" dt="2026-04-27T19:47:52.289" v="2"/>
          <ac:spMkLst>
            <pc:docMk/>
            <pc:sldMk cId="1921779956" sldId="260"/>
            <ac:spMk id="3" creationId="{D2A57BF8-8F63-CB86-2A6B-502729E99B1F}"/>
          </ac:spMkLst>
        </pc:spChg>
        <pc:spChg chg="add mod">
          <ac:chgData name="Tóth Benedek" userId="S::toth.benedek2010@tanulo.boronkay.hu::11a21dc5-df9f-4462-ba1b-f6924497f72d" providerId="AD" clId="Web-{D2AFBE12-AA0C-C6EE-1401-71CF56F15216}" dt="2026-04-27T19:49:51.041" v="96" actId="20577"/>
          <ac:spMkLst>
            <pc:docMk/>
            <pc:sldMk cId="1921779956" sldId="260"/>
            <ac:spMk id="7" creationId="{2DC10931-4EF3-CC1F-2673-C304CAACFB85}"/>
          </ac:spMkLst>
        </pc:spChg>
        <pc:spChg chg="del">
          <ac:chgData name="Tóth Benedek" userId="S::toth.benedek2010@tanulo.boronkay.hu::11a21dc5-df9f-4462-ba1b-f6924497f72d" providerId="AD" clId="Web-{D2AFBE12-AA0C-C6EE-1401-71CF56F15216}" dt="2026-04-27T19:47:25.773" v="0"/>
          <ac:spMkLst>
            <pc:docMk/>
            <pc:sldMk cId="1921779956" sldId="260"/>
            <ac:spMk id="11" creationId="{D23962D1-585B-3CF5-5952-EABE89AA56F3}"/>
          </ac:spMkLst>
        </pc:spChg>
      </pc:sldChg>
    </pc:docChg>
  </pc:docChgLst>
  <pc:docChgLst>
    <pc:chgData name="Tóth Benedek" userId="S::toth.benedek2010@tanulo.boronkay.hu::11a21dc5-df9f-4462-ba1b-f6924497f72d" providerId="AD" clId="Web-{52F53410-04AD-AD83-A053-6B63ACFEB43B}"/>
    <pc:docChg chg="modSld">
      <pc:chgData name="Tóth Benedek" userId="S::toth.benedek2010@tanulo.boronkay.hu::11a21dc5-df9f-4462-ba1b-f6924497f72d" providerId="AD" clId="Web-{52F53410-04AD-AD83-A053-6B63ACFEB43B}" dt="2026-04-27T19:35:11.221" v="14" actId="20577"/>
      <pc:docMkLst>
        <pc:docMk/>
      </pc:docMkLst>
      <pc:sldChg chg="modSp">
        <pc:chgData name="Tóth Benedek" userId="S::toth.benedek2010@tanulo.boronkay.hu::11a21dc5-df9f-4462-ba1b-f6924497f72d" providerId="AD" clId="Web-{52F53410-04AD-AD83-A053-6B63ACFEB43B}" dt="2026-04-27T19:35:11.221" v="14" actId="20577"/>
        <pc:sldMkLst>
          <pc:docMk/>
          <pc:sldMk cId="2071427717" sldId="259"/>
        </pc:sldMkLst>
        <pc:spChg chg="mod">
          <ac:chgData name="Tóth Benedek" userId="S::toth.benedek2010@tanulo.boronkay.hu::11a21dc5-df9f-4462-ba1b-f6924497f72d" providerId="AD" clId="Web-{52F53410-04AD-AD83-A053-6B63ACFEB43B}" dt="2026-04-27T19:35:11.221" v="14" actId="20577"/>
          <ac:spMkLst>
            <pc:docMk/>
            <pc:sldMk cId="2071427717" sldId="259"/>
            <ac:spMk id="3" creationId="{63EB4D93-0F10-C466-43E8-34B6EF1EE0E4}"/>
          </ac:spMkLst>
        </pc:spChg>
      </pc:sldChg>
    </pc:docChg>
  </pc:docChgLst>
  <pc:docChgLst>
    <pc:chgData name="Guest User" userId="S::urn:spo:tenantanon#57eac95e-d08a-4acf-be4b-dde3ee1f2e6e::" providerId="AD" clId="Web-{50A4724A-2F44-D021-7339-2816808AD328}"/>
    <pc:docChg chg="mod addSld modSld addMainMaster delMainMaster">
      <pc:chgData name="Guest User" userId="S::urn:spo:tenantanon#57eac95e-d08a-4acf-be4b-dde3ee1f2e6e::" providerId="AD" clId="Web-{50A4724A-2F44-D021-7339-2816808AD328}" dt="2026-04-27T18:58:10.329" v="457" actId="20577"/>
      <pc:docMkLst>
        <pc:docMk/>
      </pc:docMkLst>
      <pc:sldChg chg="modSp mod modClrScheme chgLayout">
        <pc:chgData name="Guest User" userId="S::urn:spo:tenantanon#57eac95e-d08a-4acf-be4b-dde3ee1f2e6e::" providerId="AD" clId="Web-{50A4724A-2F44-D021-7339-2816808AD328}" dt="2026-04-27T18:24:10.425" v="82"/>
        <pc:sldMkLst>
          <pc:docMk/>
          <pc:sldMk cId="109857222" sldId="256"/>
        </pc:sldMkLst>
        <pc:spChg chg="mod ord">
          <ac:chgData name="Guest User" userId="S::urn:spo:tenantanon#57eac95e-d08a-4acf-be4b-dde3ee1f2e6e::" providerId="AD" clId="Web-{50A4724A-2F44-D021-7339-2816808AD328}" dt="2026-04-27T18:24:10.425" v="82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Guest User" userId="S::urn:spo:tenantanon#57eac95e-d08a-4acf-be4b-dde3ee1f2e6e::" providerId="AD" clId="Web-{50A4724A-2F44-D021-7339-2816808AD328}" dt="2026-04-27T18:24:10.425" v="82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Guest User" userId="S::urn:spo:tenantanon#57eac95e-d08a-4acf-be4b-dde3ee1f2e6e::" providerId="AD" clId="Web-{50A4724A-2F44-D021-7339-2816808AD328}" dt="2026-04-27T18:51:41.233" v="387" actId="20577"/>
        <pc:sldMkLst>
          <pc:docMk/>
          <pc:sldMk cId="2210511277" sldId="257"/>
        </pc:sldMkLst>
        <pc:spChg chg="mod ord">
          <ac:chgData name="Guest User" userId="S::urn:spo:tenantanon#57eac95e-d08a-4acf-be4b-dde3ee1f2e6e::" providerId="AD" clId="Web-{50A4724A-2F44-D021-7339-2816808AD328}" dt="2026-04-27T18:48:38.217" v="223" actId="20577"/>
          <ac:spMkLst>
            <pc:docMk/>
            <pc:sldMk cId="2210511277" sldId="257"/>
            <ac:spMk id="2" creationId="{9590683D-94CB-5AE6-ADC1-F842CAD6B4C9}"/>
          </ac:spMkLst>
        </pc:spChg>
        <pc:spChg chg="mod ord">
          <ac:chgData name="Guest User" userId="S::urn:spo:tenantanon#57eac95e-d08a-4acf-be4b-dde3ee1f2e6e::" providerId="AD" clId="Web-{50A4724A-2F44-D021-7339-2816808AD328}" dt="2026-04-27T18:51:41.233" v="387" actId="20577"/>
          <ac:spMkLst>
            <pc:docMk/>
            <pc:sldMk cId="2210511277" sldId="257"/>
            <ac:spMk id="3" creationId="{8A3670CA-6612-D591-0716-77EA551C5110}"/>
          </ac:spMkLst>
        </pc:spChg>
        <pc:spChg chg="mod ord">
          <ac:chgData name="Guest User" userId="S::urn:spo:tenantanon#57eac95e-d08a-4acf-be4b-dde3ee1f2e6e::" providerId="AD" clId="Web-{50A4724A-2F44-D021-7339-2816808AD328}" dt="2026-04-27T18:24:10.425" v="82"/>
          <ac:spMkLst>
            <pc:docMk/>
            <pc:sldMk cId="2210511277" sldId="257"/>
            <ac:spMk id="4" creationId="{00F57433-0C3E-3B34-1210-B7F05A7E1202}"/>
          </ac:spMkLst>
        </pc:spChg>
        <pc:spChg chg="mod ord">
          <ac:chgData name="Guest User" userId="S::urn:spo:tenantanon#57eac95e-d08a-4acf-be4b-dde3ee1f2e6e::" providerId="AD" clId="Web-{50A4724A-2F44-D021-7339-2816808AD328}" dt="2026-04-27T18:24:10.425" v="82"/>
          <ac:spMkLst>
            <pc:docMk/>
            <pc:sldMk cId="2210511277" sldId="257"/>
            <ac:spMk id="5" creationId="{CDDE405C-7C9E-E90B-4A87-5D6792F5A484}"/>
          </ac:spMkLst>
        </pc:spChg>
        <pc:spChg chg="mod ord">
          <ac:chgData name="Guest User" userId="S::urn:spo:tenantanon#57eac95e-d08a-4acf-be4b-dde3ee1f2e6e::" providerId="AD" clId="Web-{50A4724A-2F44-D021-7339-2816808AD328}" dt="2026-04-27T18:24:10.425" v="82"/>
          <ac:spMkLst>
            <pc:docMk/>
            <pc:sldMk cId="2210511277" sldId="257"/>
            <ac:spMk id="6" creationId="{956F28A2-C57F-F80C-C78B-2CB0954D54E1}"/>
          </ac:spMkLst>
        </pc:spChg>
      </pc:sldChg>
      <pc:sldChg chg="modSp new">
        <pc:chgData name="Guest User" userId="S::urn:spo:tenantanon#57eac95e-d08a-4acf-be4b-dde3ee1f2e6e::" providerId="AD" clId="Web-{50A4724A-2F44-D021-7339-2816808AD328}" dt="2026-04-27T18:58:10.329" v="457" actId="20577"/>
        <pc:sldMkLst>
          <pc:docMk/>
          <pc:sldMk cId="1796844600" sldId="258"/>
        </pc:sldMkLst>
        <pc:spChg chg="mod">
          <ac:chgData name="Guest User" userId="S::urn:spo:tenantanon#57eac95e-d08a-4acf-be4b-dde3ee1f2e6e::" providerId="AD" clId="Web-{50A4724A-2F44-D021-7339-2816808AD328}" dt="2026-04-27T18:52:44.123" v="417" actId="20577"/>
          <ac:spMkLst>
            <pc:docMk/>
            <pc:sldMk cId="1796844600" sldId="258"/>
            <ac:spMk id="2" creationId="{032D3CD7-9312-013B-F4BA-79242ECDF1AF}"/>
          </ac:spMkLst>
        </pc:spChg>
        <pc:spChg chg="mod">
          <ac:chgData name="Guest User" userId="S::urn:spo:tenantanon#57eac95e-d08a-4acf-be4b-dde3ee1f2e6e::" providerId="AD" clId="Web-{50A4724A-2F44-D021-7339-2816808AD328}" dt="2026-04-27T18:58:10.329" v="457" actId="20577"/>
          <ac:spMkLst>
            <pc:docMk/>
            <pc:sldMk cId="1796844600" sldId="258"/>
            <ac:spMk id="3" creationId="{251A2186-E74B-F36A-817A-34E2CD1B91F7}"/>
          </ac:spMkLst>
        </pc:spChg>
      </pc:sldChg>
      <pc:sldChg chg="new">
        <pc:chgData name="Guest User" userId="S::urn:spo:tenantanon#57eac95e-d08a-4acf-be4b-dde3ee1f2e6e::" providerId="AD" clId="Web-{50A4724A-2F44-D021-7339-2816808AD328}" dt="2026-04-27T18:52:51.123" v="418"/>
        <pc:sldMkLst>
          <pc:docMk/>
          <pc:sldMk cId="2071427717" sldId="259"/>
        </pc:sldMkLst>
      </pc:sldChg>
      <pc:sldMasterChg chg="del delSldLayout">
        <pc:chgData name="Guest User" userId="S::urn:spo:tenantanon#57eac95e-d08a-4acf-be4b-dde3ee1f2e6e::" providerId="AD" clId="Web-{50A4724A-2F44-D021-7339-2816808AD328}" dt="2026-04-27T18:21:15.055" v="41"/>
        <pc:sldMasterMkLst>
          <pc:docMk/>
          <pc:sldMasterMk cId="2460954070" sldId="2147483660"/>
        </pc:sldMasterMkLst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Guest User" userId="S::urn:spo:tenantanon#57eac95e-d08a-4acf-be4b-dde3ee1f2e6e::" providerId="AD" clId="Web-{50A4724A-2F44-D021-7339-2816808AD328}" dt="2026-04-27T18:21:15.055" v="41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Guest User" userId="S::urn:spo:tenantanon#57eac95e-d08a-4acf-be4b-dde3ee1f2e6e::" providerId="AD" clId="Web-{50A4724A-2F44-D021-7339-2816808AD328}" dt="2026-04-27T18:24:02.206" v="79"/>
        <pc:sldMasterMkLst>
          <pc:docMk/>
          <pc:sldMasterMk cId="411203757" sldId="2147483672"/>
        </pc:sldMasterMkLst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983044813" sldId="2147483673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1937811191" sldId="2147483674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781616821" sldId="2147483675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904670526" sldId="2147483676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3616501100" sldId="2147483677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3322264301" sldId="2147483678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2183705117" sldId="2147483679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3178013547" sldId="2147483680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2847886239" sldId="2147483681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2802075805" sldId="2147483682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2.206" v="79"/>
          <pc:sldLayoutMkLst>
            <pc:docMk/>
            <pc:sldMasterMk cId="411203757" sldId="2147483672"/>
            <pc:sldLayoutMk cId="3581929279" sldId="2147483683"/>
          </pc:sldLayoutMkLst>
        </pc:sldLayoutChg>
      </pc:sldMasterChg>
      <pc:sldMasterChg chg="add del addSldLayout delSldLayout modSldLayout">
        <pc:chgData name="Guest User" userId="S::urn:spo:tenantanon#57eac95e-d08a-4acf-be4b-dde3ee1f2e6e::" providerId="AD" clId="Web-{50A4724A-2F44-D021-7339-2816808AD328}" dt="2026-04-27T18:24:05.050" v="80"/>
        <pc:sldMasterMkLst>
          <pc:docMk/>
          <pc:sldMasterMk cId="1601609674" sldId="2147483684"/>
        </pc:sldMasterMkLst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3819348361" sldId="2147483685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3747767917" sldId="2147483686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3580349222" sldId="2147483687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1381960563" sldId="2147483688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2424631743" sldId="2147483689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1638076125" sldId="2147483690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2414965893" sldId="2147483691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2653104460" sldId="2147483692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1290145297" sldId="2147483693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1248011556" sldId="2147483694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5.050" v="80"/>
          <pc:sldLayoutMkLst>
            <pc:docMk/>
            <pc:sldMasterMk cId="1601609674" sldId="2147483684"/>
            <pc:sldLayoutMk cId="3107860601" sldId="2147483695"/>
          </pc:sldLayoutMkLst>
        </pc:sldLayoutChg>
      </pc:sldMasterChg>
      <pc:sldMasterChg chg="add del addSldLayout delSldLayout modSldLayout">
        <pc:chgData name="Guest User" userId="S::urn:spo:tenantanon#57eac95e-d08a-4acf-be4b-dde3ee1f2e6e::" providerId="AD" clId="Web-{50A4724A-2F44-D021-7339-2816808AD328}" dt="2026-04-27T18:24:08.300" v="81"/>
        <pc:sldMasterMkLst>
          <pc:docMk/>
          <pc:sldMasterMk cId="20921604" sldId="2147483696"/>
        </pc:sldMasterMkLst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3465663797" sldId="2147483697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3695812462" sldId="2147483698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2255322060" sldId="2147483699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1150766618" sldId="2147483700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2482386996" sldId="2147483701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1657023593" sldId="2147483702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1055024392" sldId="2147483703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2037422140" sldId="2147483704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2067535993" sldId="2147483705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2782729892" sldId="2147483706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08.300" v="81"/>
          <pc:sldLayoutMkLst>
            <pc:docMk/>
            <pc:sldMasterMk cId="20921604" sldId="2147483696"/>
            <pc:sldLayoutMk cId="51015458" sldId="2147483707"/>
          </pc:sldLayoutMkLst>
        </pc:sldLayoutChg>
      </pc:sldMasterChg>
      <pc:sldMasterChg chg="add del addSldLayout delSldLayout modSldLayout">
        <pc:chgData name="Guest User" userId="S::urn:spo:tenantanon#57eac95e-d08a-4acf-be4b-dde3ee1f2e6e::" providerId="AD" clId="Web-{50A4724A-2F44-D021-7339-2816808AD328}" dt="2026-04-27T18:24:10.425" v="82"/>
        <pc:sldMasterMkLst>
          <pc:docMk/>
          <pc:sldMasterMk cId="3956113039" sldId="2147483708"/>
        </pc:sldMasterMkLst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2027844320" sldId="2147483709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1521644432" sldId="2147483710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1688993404" sldId="2147483711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693468429" sldId="2147483712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2641152778" sldId="2147483713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2530089849" sldId="2147483714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2477216247" sldId="2147483715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3186255411" sldId="2147483716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815411632" sldId="2147483717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3937969665" sldId="2147483718"/>
          </pc:sldLayoutMkLst>
        </pc:sldLayoutChg>
        <pc:sldLayoutChg chg="add del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3956113039" sldId="2147483708"/>
            <pc:sldLayoutMk cId="1553183556" sldId="2147483719"/>
          </pc:sldLayoutMkLst>
        </pc:sldLayoutChg>
      </pc:sldMasterChg>
      <pc:sldMasterChg chg="add addSldLayout modSldLayout">
        <pc:chgData name="Guest User" userId="S::urn:spo:tenantanon#57eac95e-d08a-4acf-be4b-dde3ee1f2e6e::" providerId="AD" clId="Web-{50A4724A-2F44-D021-7339-2816808AD328}" dt="2026-04-27T18:24:10.425" v="82"/>
        <pc:sldMasterMkLst>
          <pc:docMk/>
          <pc:sldMasterMk cId="2145163745" sldId="2147483720"/>
        </pc:sldMasterMkLst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4076674710" sldId="2147483721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2517453163" sldId="2147483722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1389340237" sldId="2147483723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861962646" sldId="2147483724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3009026695" sldId="2147483725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1926632541" sldId="2147483726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3801347705" sldId="2147483727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2354779348" sldId="2147483728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1898043807" sldId="2147483729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753361385" sldId="2147483730"/>
          </pc:sldLayoutMkLst>
        </pc:sldLayoutChg>
        <pc:sldLayoutChg chg="add mod replId">
          <pc:chgData name="Guest User" userId="S::urn:spo:tenantanon#57eac95e-d08a-4acf-be4b-dde3ee1f2e6e::" providerId="AD" clId="Web-{50A4724A-2F44-D021-7339-2816808AD328}" dt="2026-04-27T18:24:10.425" v="82"/>
          <pc:sldLayoutMkLst>
            <pc:docMk/>
            <pc:sldMasterMk cId="2145163745" sldId="2147483720"/>
            <pc:sldLayoutMk cId="1976504714" sldId="2147483731"/>
          </pc:sldLayoutMkLst>
        </pc:sldLayoutChg>
      </pc:sldMasterChg>
    </pc:docChg>
  </pc:docChgLst>
  <pc:docChgLst>
    <pc:chgData name="Vendégfelhasználó" userId="S::urn:spo:tenantanon#57eac95e-d08a-4acf-be4b-dde3ee1f2e6e::" providerId="AD" clId="Web-{79491016-69FF-DE1C-A97E-9D14329B7E5A}"/>
    <pc:docChg chg="delSld">
      <pc:chgData name="Vendégfelhasználó" userId="S::urn:spo:tenantanon#57eac95e-d08a-4acf-be4b-dde3ee1f2e6e::" providerId="AD" clId="Web-{79491016-69FF-DE1C-A97E-9D14329B7E5A}" dt="2026-04-27T19:59:50.058" v="0"/>
      <pc:docMkLst>
        <pc:docMk/>
      </pc:docMkLst>
      <pc:sldChg chg="del">
        <pc:chgData name="Vendégfelhasználó" userId="S::urn:spo:tenantanon#57eac95e-d08a-4acf-be4b-dde3ee1f2e6e::" providerId="AD" clId="Web-{79491016-69FF-DE1C-A97E-9D14329B7E5A}" dt="2026-04-27T19:59:50.058" v="0"/>
        <pc:sldMkLst>
          <pc:docMk/>
          <pc:sldMk cId="2085672362" sldId="262"/>
        </pc:sldMkLst>
      </pc:sldChg>
    </pc:docChg>
  </pc:docChgLst>
  <pc:docChgLst>
    <pc:chgData name="Vendégfelhasználó" userId="S::urn:spo:tenantanon#57eac95e-d08a-4acf-be4b-dde3ee1f2e6e::" providerId="AD" clId="Web-{52AEEACF-D2BB-F542-A473-9434AC6A5738}"/>
    <pc:docChg chg="addSld delSld">
      <pc:chgData name="Vendégfelhasználó" userId="S::urn:spo:tenantanon#57eac95e-d08a-4acf-be4b-dde3ee1f2e6e::" providerId="AD" clId="Web-{52AEEACF-D2BB-F542-A473-9434AC6A5738}" dt="2026-04-27T20:25:54.997" v="5"/>
      <pc:docMkLst>
        <pc:docMk/>
      </pc:docMkLst>
      <pc:sldChg chg="add del">
        <pc:chgData name="Vendégfelhasználó" userId="S::urn:spo:tenantanon#57eac95e-d08a-4acf-be4b-dde3ee1f2e6e::" providerId="AD" clId="Web-{52AEEACF-D2BB-F542-A473-9434AC6A5738}" dt="2026-04-27T20:14:16.094" v="1"/>
        <pc:sldMkLst>
          <pc:docMk/>
          <pc:sldMk cId="1921779956" sldId="260"/>
        </pc:sldMkLst>
      </pc:sldChg>
      <pc:sldChg chg="add del">
        <pc:chgData name="Vendégfelhasználó" userId="S::urn:spo:tenantanon#57eac95e-d08a-4acf-be4b-dde3ee1f2e6e::" providerId="AD" clId="Web-{52AEEACF-D2BB-F542-A473-9434AC6A5738}" dt="2026-04-27T20:22:32.742" v="4"/>
        <pc:sldMkLst>
          <pc:docMk/>
          <pc:sldMk cId="2933447347" sldId="261"/>
        </pc:sldMkLst>
      </pc:sldChg>
      <pc:sldChg chg="add">
        <pc:chgData name="Vendégfelhasználó" userId="S::urn:spo:tenantanon#57eac95e-d08a-4acf-be4b-dde3ee1f2e6e::" providerId="AD" clId="Web-{52AEEACF-D2BB-F542-A473-9434AC6A5738}" dt="2026-04-27T20:14:16.234" v="2"/>
        <pc:sldMkLst>
          <pc:docMk/>
          <pc:sldMk cId="2085672362" sldId="262"/>
        </pc:sldMkLst>
      </pc:sldChg>
      <pc:sldChg chg="add">
        <pc:chgData name="Vendégfelhasználó" userId="S::urn:spo:tenantanon#57eac95e-d08a-4acf-be4b-dde3ee1f2e6e::" providerId="AD" clId="Web-{52AEEACF-D2BB-F542-A473-9434AC6A5738}" dt="2026-04-27T20:25:54.997" v="5"/>
        <pc:sldMkLst>
          <pc:docMk/>
          <pc:sldMk cId="1205267931" sldId="265"/>
        </pc:sldMkLst>
      </pc:sldChg>
    </pc:docChg>
  </pc:docChgLst>
  <pc:docChgLst>
    <pc:chgData clId="Web-{331FA61C-BC16-5A35-6A11-57394C7123A8}"/>
    <pc:docChg chg="modSld">
      <pc:chgData name="" userId="" providerId="" clId="Web-{331FA61C-BC16-5A35-6A11-57394C7123A8}" dt="2026-04-27T17:28:24.331" v="0" actId="20577"/>
      <pc:docMkLst>
        <pc:docMk/>
      </pc:docMkLst>
      <pc:sldChg chg="modSp">
        <pc:chgData name="" userId="" providerId="" clId="Web-{331FA61C-BC16-5A35-6A11-57394C7123A8}" dt="2026-04-27T17:28:24.331" v="0" actId="20577"/>
        <pc:sldMkLst>
          <pc:docMk/>
          <pc:sldMk cId="109857222" sldId="256"/>
        </pc:sldMkLst>
        <pc:spChg chg="mod">
          <ac:chgData name="" userId="" providerId="" clId="Web-{331FA61C-BC16-5A35-6A11-57394C7123A8}" dt="2026-04-27T17:28:24.331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Tóth Benedek" userId="S::toth.benedek2010@tanulo.boronkay.hu::11a21dc5-df9f-4462-ba1b-f6924497f72d" providerId="AD" clId="Web-{F0B67932-E003-D340-1C5F-9CEC2D5FCB12}"/>
    <pc:docChg chg="addSld modSld">
      <pc:chgData name="Tóth Benedek" userId="S::toth.benedek2010@tanulo.boronkay.hu::11a21dc5-df9f-4462-ba1b-f6924497f72d" providerId="AD" clId="Web-{F0B67932-E003-D340-1C5F-9CEC2D5FCB12}" dt="2026-04-27T19:45:06.397" v="66"/>
      <pc:docMkLst>
        <pc:docMk/>
      </pc:docMkLst>
      <pc:sldChg chg="addSp delSp modSp add replId">
        <pc:chgData name="Tóth Benedek" userId="S::toth.benedek2010@tanulo.boronkay.hu::11a21dc5-df9f-4462-ba1b-f6924497f72d" providerId="AD" clId="Web-{F0B67932-E003-D340-1C5F-9CEC2D5FCB12}" dt="2026-04-27T19:45:06.397" v="66"/>
        <pc:sldMkLst>
          <pc:docMk/>
          <pc:sldMk cId="1921779956" sldId="260"/>
        </pc:sldMkLst>
        <pc:spChg chg="mod">
          <ac:chgData name="Tóth Benedek" userId="S::toth.benedek2010@tanulo.boronkay.hu::11a21dc5-df9f-4462-ba1b-f6924497f72d" providerId="AD" clId="Web-{F0B67932-E003-D340-1C5F-9CEC2D5FCB12}" dt="2026-04-27T19:42:03.030" v="31" actId="20577"/>
          <ac:spMkLst>
            <pc:docMk/>
            <pc:sldMk cId="1921779956" sldId="260"/>
            <ac:spMk id="2" creationId="{FDCB8679-5513-DCAB-DCD4-83DFB91FF356}"/>
          </ac:spMkLst>
        </pc:spChg>
        <pc:spChg chg="del mod">
          <ac:chgData name="Tóth Benedek" userId="S::toth.benedek2010@tanulo.boronkay.hu::11a21dc5-df9f-4462-ba1b-f6924497f72d" providerId="AD" clId="Web-{F0B67932-E003-D340-1C5F-9CEC2D5FCB12}" dt="2026-04-27T19:44:27.099" v="55"/>
          <ac:spMkLst>
            <pc:docMk/>
            <pc:sldMk cId="1921779956" sldId="260"/>
            <ac:spMk id="3" creationId="{2E614BAA-2DF6-6CE9-7904-21BF7F8CCD93}"/>
          </ac:spMkLst>
        </pc:spChg>
        <pc:spChg chg="add del mod">
          <ac:chgData name="Tóth Benedek" userId="S::toth.benedek2010@tanulo.boronkay.hu::11a21dc5-df9f-4462-ba1b-f6924497f72d" providerId="AD" clId="Web-{F0B67932-E003-D340-1C5F-9CEC2D5FCB12}" dt="2026-04-27T19:45:06.397" v="66"/>
          <ac:spMkLst>
            <pc:docMk/>
            <pc:sldMk cId="1921779956" sldId="260"/>
            <ac:spMk id="10" creationId="{AB80D1B6-B6BB-5971-BC1F-BD33998F68FA}"/>
          </ac:spMkLst>
        </pc:spChg>
        <pc:spChg chg="add mod">
          <ac:chgData name="Tóth Benedek" userId="S::toth.benedek2010@tanulo.boronkay.hu::11a21dc5-df9f-4462-ba1b-f6924497f72d" providerId="AD" clId="Web-{F0B67932-E003-D340-1C5F-9CEC2D5FCB12}" dt="2026-04-27T19:44:59.350" v="65" actId="1076"/>
          <ac:spMkLst>
            <pc:docMk/>
            <pc:sldMk cId="1921779956" sldId="260"/>
            <ac:spMk id="11" creationId="{D23962D1-585B-3CF5-5952-EABE89AA56F3}"/>
          </ac:spMkLst>
        </pc:spChg>
        <pc:picChg chg="add del mod">
          <ac:chgData name="Tóth Benedek" userId="S::toth.benedek2010@tanulo.boronkay.hu::11a21dc5-df9f-4462-ba1b-f6924497f72d" providerId="AD" clId="Web-{F0B67932-E003-D340-1C5F-9CEC2D5FCB12}" dt="2026-04-27T19:41:50.029" v="13"/>
          <ac:picMkLst>
            <pc:docMk/>
            <pc:sldMk cId="1921779956" sldId="260"/>
            <ac:picMk id="7" creationId="{13A50EF8-DAA8-F178-BF45-6D4E17EDFA69}"/>
          </ac:picMkLst>
        </pc:picChg>
        <pc:picChg chg="add mod">
          <ac:chgData name="Tóth Benedek" userId="S::toth.benedek2010@tanulo.boronkay.hu::11a21dc5-df9f-4462-ba1b-f6924497f72d" providerId="AD" clId="Web-{F0B67932-E003-D340-1C5F-9CEC2D5FCB12}" dt="2026-04-27T19:42:44.626" v="34" actId="1076"/>
          <ac:picMkLst>
            <pc:docMk/>
            <pc:sldMk cId="1921779956" sldId="260"/>
            <ac:picMk id="8" creationId="{0AAEA6E9-FA46-32D9-AAA1-514BB2CB33D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6B63C-5F53-441A-8DFD-061069763FB2}" type="datetimeFigureOut">
              <a:t>4/27/2026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D231C-E2CE-4B8B-83D6-06F17C046C69}" type="slidenum"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156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333333"/>
              </a:solidFill>
              <a:highlight>
                <a:srgbClr val="FFFFFF"/>
              </a:highlight>
              <a:ea typeface="Calibri"/>
              <a:cs typeface="Calibri"/>
            </a:endParaRPr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1.azért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hogy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ne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akadjanak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össze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oldalak</a:t>
            </a:r>
            <a:endParaRPr lang="hu-HU" err="1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3.Mielőtt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gép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egyáltalán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elkezdené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osztogatni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pontokat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a program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leellenőrzi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hogy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tesztelő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tényleg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mindenre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válaszolt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-e. Ha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valaki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sunyiban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(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vagy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véletlenül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)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kihagy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kérdést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nem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számol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pontot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hanem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rendszer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bedob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narancssárga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szöveget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: "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Légy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szíves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jelölj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be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választ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minden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kérdésnél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!"</a:t>
            </a:r>
            <a:endParaRPr lang="hu-HU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4.Ez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háttérben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mindent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átalakít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kisbetűsre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mielőtt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ellenőrizné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megoldást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szóval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senki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nem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bukik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pontot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csak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azért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mert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mondjuk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beragadt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nála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Caps Lock.</a:t>
            </a:r>
            <a:endParaRPr lang="hu-HU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5.A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kvíz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végén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nem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akartuk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annyival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lerendezni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egészet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hogy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"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Elért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pontszám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: 4/4". Ez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elég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száraz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...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Inkább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poénos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F1-es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dumákat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írtunk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pontszámokhoz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. Ha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valaki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hibátlanul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tolja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ezt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kapja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: "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Hibátlan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!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Úgy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ismered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csapatot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mint Lawrence Stroll! 🟢🏆". Ha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viszont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nagyon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gáz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lett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eredmény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akkor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jön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kis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zrika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: "Ez most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olyan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lett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mint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1959-es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szezon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...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Olvasd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át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újra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szöveget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! 🔧".</a:t>
            </a:r>
            <a:endParaRPr lang="hu-HU"/>
          </a:p>
          <a:p>
            <a:r>
              <a:rPr lang="en-US">
                <a:solidFill>
                  <a:srgbClr val="333333"/>
                </a:solidFill>
                <a:highlight>
                  <a:srgbClr val="FFFFFF"/>
                </a:highlight>
                <a:ea typeface="Calibri"/>
                <a:cs typeface="Calibri"/>
              </a:rPr>
              <a:t>6.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Végül JS-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sel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még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azt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is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beleraktuk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hogy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eredmény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színe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dinamikusan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változzon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. Ha max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pontos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teszt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akkor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szép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zöldeskék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lesz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kiírás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ha meg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hibázik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a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játékos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akkor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egyből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átvált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amolyan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igazi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, F1-es </a:t>
            </a:r>
            <a:r>
              <a:rPr lang="en-US" err="1">
                <a:solidFill>
                  <a:srgbClr val="333333"/>
                </a:solidFill>
                <a:highlight>
                  <a:srgbClr val="FFFFFF"/>
                </a:highlight>
              </a:rPr>
              <a:t>pirosra</a:t>
            </a: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lang="en-US">
              <a:solidFill>
                <a:srgbClr val="333333"/>
              </a:solidFill>
              <a:highlight>
                <a:srgbClr val="FFFFFF"/>
              </a:highlight>
              <a:ea typeface="Calibri"/>
              <a:cs typeface="Calibri"/>
            </a:endParaRPr>
          </a:p>
          <a:p>
            <a:br>
              <a:rPr lang="en-US">
                <a:cs typeface="+mn-lt"/>
              </a:rPr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D231C-E2CE-4B8B-83D6-06F17C046C69}" type="slidenum"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0200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67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5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4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6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02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3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4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7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4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6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0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637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Forma-1 </a:t>
            </a:r>
            <a:r>
              <a:rPr lang="en-US" err="1"/>
              <a:t>projekt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Csapattagok</a:t>
            </a:r>
            <a:r>
              <a:rPr lang="en-US"/>
              <a:t>: Renk Bence, Tóth Benedek, Varsányi Panna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E9888AF-4F14-7AB3-7EF8-A90D2093C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tervek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EB4D93-0F10-C466-43E8-34B6EF1EE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Tartalom  –  közös</a:t>
            </a:r>
          </a:p>
          <a:p>
            <a:r>
              <a:rPr lang="hu-HU"/>
              <a:t>Css – Panna, Benedek</a:t>
            </a:r>
          </a:p>
          <a:p>
            <a:r>
              <a:rPr lang="hu-HU"/>
              <a:t>Js – Bence</a:t>
            </a:r>
          </a:p>
          <a:p>
            <a:r>
              <a:rPr lang="hu-HU"/>
              <a:t>Html –  közös de felosztva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52E7A85-D429-DF74-A427-8003349CC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8597-B5F4-4270-8450-A8E6E99B6E77}" type="datetime1">
              <a:t>4/27/2026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2A6C80-047B-EB65-851D-F63B19F8B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779227-D205-5C32-5C84-94B51CAA6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27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90683D-94CB-5AE6-ADC1-F842CAD6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WEBOLDAL FELÉPÍTÉSE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A3670CA-6612-D591-0716-77EA551C5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hu-HU"/>
          </a:p>
          <a:p>
            <a:r>
              <a:rPr lang="hu-HU"/>
              <a:t>Menüsorral lehet váltani az oldalak között</a:t>
            </a:r>
          </a:p>
          <a:p>
            <a:r>
              <a:rPr lang="hu-HU"/>
              <a:t>Könnyen átlátható, animált, boxokba tagolt tartalom és képek</a:t>
            </a:r>
          </a:p>
          <a:p>
            <a:r>
              <a:rPr lang="hu-HU"/>
              <a:t>Tesztkérdések az oldalhoz kapcsolódóan minden tartalmi oldal alján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0F57433-0C3E-3B34-1210-B7F05A7E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D253-5240-4FD8-AD78-25AE0D864F2C}" type="datetime1">
              <a:t>4/27/2026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DE405C-7C9E-E90B-4A87-5D6792F5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56F28A2-C57F-F80C-C78B-2CB0954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11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CBA9-7D38-2EB2-EE42-72B92833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5A167AD-FD88-8DF0-72E6-D8B22495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950" y="762000"/>
            <a:ext cx="3289886" cy="100852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hu-HU"/>
              <a:t>WEBOLDAL FELÉPÍTÉSE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C54BBAC2-3C85-1628-7DF0-6913D672AF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97" r="25254" b="1"/>
          <a:stretch>
            <a:fillRect/>
          </a:stretch>
        </p:blipFill>
        <p:spPr>
          <a:xfrm>
            <a:off x="5334001" y="762000"/>
            <a:ext cx="5333999" cy="5334000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DB083D5-C01B-21B3-7506-EEF979CA8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6950" y="2377694"/>
            <a:ext cx="3243292" cy="1684317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/>
              <a:t>A weboldal tetején megtalálható a fix menü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/>
              <a:t>Az oldalközépét a szöveg és különböző képek töltik ki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hu-HU"/>
              <a:t>Az alján pedig megtalálható a kvíz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459F602-5C9E-370F-8A8F-850E8958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A30D253-5240-4FD8-AD78-25AE0D864F2C}" type="datetime1">
              <a:rPr lang="hu-HU"/>
              <a:pPr>
                <a:spcAft>
                  <a:spcPts val="600"/>
                </a:spcAft>
              </a:pPr>
              <a:t>2026. 04. 27.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73696D3-78A9-EBAE-B21C-4914E74E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6E40EED-EAFD-DE44-D82A-5A9530CD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67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871EF-3764-13D8-8E8B-52DA9059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CB8679-5513-DCAB-DCD4-83DFB91F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FőMenü-Navigáció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290EE46-E0E5-F04E-5409-A66B445A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D253-5240-4FD8-AD78-25AE0D864F2C}" type="datetime1">
              <a:rPr lang="hu-HU"/>
              <a:t>2026. 04. 27.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CFD758-6CF7-1A7A-1455-391B7C33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C99153-37CD-2552-F600-66F07591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/>
          </a:p>
        </p:txBody>
      </p:sp>
      <p:pic>
        <p:nvPicPr>
          <p:cNvPr id="8" name="Picture 7" descr="A black and green rectangle with a black face&#10;&#10;AI-generated content may be incorrect.">
            <a:extLst>
              <a:ext uri="{FF2B5EF4-FFF2-40B4-BE49-F238E27FC236}">
                <a16:creationId xmlns:a16="http://schemas.microsoft.com/office/drawing/2014/main" id="{0AAEA6E9-FA46-32D9-AAA1-514BB2CB3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77" y="2049607"/>
            <a:ext cx="10875819" cy="715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C10931-4EF3-CC1F-2673-C304CAACFB85}"/>
              </a:ext>
            </a:extLst>
          </p:cNvPr>
          <p:cNvSpPr txBox="1"/>
          <p:nvPr/>
        </p:nvSpPr>
        <p:spPr>
          <a:xfrm>
            <a:off x="1419378" y="3220351"/>
            <a:ext cx="8625285" cy="1736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sz="2000"/>
              <a:t>A </a:t>
            </a:r>
            <a:r>
              <a:rPr lang="en-US" sz="2000" err="1"/>
              <a:t>Menü</a:t>
            </a:r>
            <a:endParaRPr lang="en-US" sz="2000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err="1"/>
              <a:t>Navigáció</a:t>
            </a:r>
            <a:r>
              <a:rPr lang="en-US" sz="2000"/>
              <a:t> a </a:t>
            </a:r>
            <a:r>
              <a:rPr lang="en-US" sz="2000" err="1"/>
              <a:t>gombok</a:t>
            </a:r>
            <a:r>
              <a:rPr lang="en-US" sz="2000"/>
              <a:t> </a:t>
            </a:r>
            <a:r>
              <a:rPr lang="en-US" sz="2000" err="1"/>
              <a:t>segítséggével</a:t>
            </a:r>
            <a:endParaRPr lang="en-US" sz="2000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err="1"/>
              <a:t>Logó</a:t>
            </a:r>
            <a:r>
              <a:rPr lang="en-US" sz="2000"/>
              <a:t> </a:t>
            </a:r>
            <a:r>
              <a:rPr lang="en-US" sz="2000" err="1"/>
              <a:t>kép</a:t>
            </a:r>
            <a:r>
              <a:rPr lang="en-US" sz="2000"/>
              <a:t> </a:t>
            </a:r>
            <a:r>
              <a:rPr lang="en-US" sz="2000" err="1"/>
              <a:t>formában</a:t>
            </a:r>
            <a:r>
              <a:rPr lang="en-US" sz="2000"/>
              <a:t> </a:t>
            </a:r>
            <a:r>
              <a:rPr lang="en-US" sz="2000" err="1"/>
              <a:t>baloldalt</a:t>
            </a:r>
            <a:endParaRPr lang="en-US" sz="2000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/>
              <a:t>Fix </a:t>
            </a:r>
            <a:r>
              <a:rPr lang="en-US" sz="2000" err="1"/>
              <a:t>felső</a:t>
            </a:r>
            <a:r>
              <a:rPr lang="en-US" sz="2000"/>
              <a:t> </a:t>
            </a:r>
            <a:r>
              <a:rPr lang="en-US" sz="2000" err="1"/>
              <a:t>pozíció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21779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1C40-3C3D-7305-6C30-09D873E6B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132EA8-36FD-485F-6915-952A5634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625" y="2638789"/>
            <a:ext cx="3279689" cy="10955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kern="1200" cap="all" spc="600" baseline="0" err="1">
                <a:latin typeface="+mj-lt"/>
                <a:ea typeface="+mj-ea"/>
                <a:cs typeface="+mj-cs"/>
              </a:rPr>
              <a:t>FőMenü-Navigáció</a:t>
            </a:r>
            <a:endParaRPr lang="en-US" b="1" kern="1200" cap="all" spc="600" baseline="0">
              <a:latin typeface="+mj-lt"/>
              <a:ea typeface="+mj-ea"/>
              <a:cs typeface="+mj-cs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A0F4C92-9DE7-4899-4F63-74F8E9CBB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92" y="398332"/>
            <a:ext cx="6599401" cy="278824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39D747-E78A-284C-1B7E-908488B010E0}"/>
              </a:ext>
            </a:extLst>
          </p:cNvPr>
          <p:cNvSpPr txBox="1"/>
          <p:nvPr/>
        </p:nvSpPr>
        <p:spPr>
          <a:xfrm>
            <a:off x="4583314" y="3976788"/>
            <a:ext cx="1388692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 kern="1200">
                <a:latin typeface="+mn-lt"/>
                <a:ea typeface="+mn-ea"/>
                <a:cs typeface="+mn-cs"/>
              </a:rPr>
              <a:t>Navigáció </a:t>
            </a:r>
          </a:p>
          <a:p>
            <a:pPr algn="r"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 kern="1200">
                <a:latin typeface="+mn-lt"/>
                <a:ea typeface="+mn-ea"/>
                <a:cs typeface="+mn-cs"/>
              </a:rPr>
              <a:t>CSS Stílusai</a:t>
            </a:r>
          </a:p>
          <a:p>
            <a:pPr algn="r"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>
                <a:sym typeface="Wingdings" panose="05000000000000000000" pitchFamily="2" charset="2"/>
              </a:rPr>
              <a:t></a:t>
            </a:r>
            <a:endParaRPr lang="en-US" sz="1600" kern="1200">
              <a:latin typeface="+mn-lt"/>
              <a:ea typeface="+mn-ea"/>
              <a:cs typeface="+mn-cs"/>
            </a:endParaRP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522507-37E3-C1AA-60AB-AE94C033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A30D253-5240-4FD8-AD78-25AE0D864F2C}" type="datetime1">
              <a:rPr lang="en-US"/>
              <a:pPr>
                <a:spcAft>
                  <a:spcPts val="600"/>
                </a:spcAft>
              </a:pPr>
              <a:t>4/27/2026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F5C71F-CFB0-CF15-F631-83759CE8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kern="1200" cap="all" spc="300" baseline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D897E78-3E32-7979-15AE-E4999D3F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7602A998-2C85-59E8-5A72-3CA36124F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86578"/>
            <a:ext cx="5315449" cy="3348251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71630F63-E285-F767-CBD5-138D40216B1D}"/>
              </a:ext>
            </a:extLst>
          </p:cNvPr>
          <p:cNvSpPr txBox="1"/>
          <p:nvPr/>
        </p:nvSpPr>
        <p:spPr>
          <a:xfrm>
            <a:off x="6096000" y="412729"/>
            <a:ext cx="1165531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 kern="1200">
                <a:latin typeface="+mn-lt"/>
                <a:ea typeface="+mn-ea"/>
                <a:cs typeface="+mn-cs"/>
              </a:rPr>
              <a:t>Navigáció </a:t>
            </a: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 kern="1200">
                <a:latin typeface="+mn-lt"/>
                <a:ea typeface="+mn-ea"/>
                <a:cs typeface="+mn-cs"/>
              </a:rPr>
              <a:t>HTML</a:t>
            </a: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 kern="1200">
                <a:latin typeface="+mn-lt"/>
                <a:ea typeface="+mn-ea"/>
                <a:cs typeface="+mn-cs"/>
                <a:sym typeface="Wingdings" panose="05000000000000000000" pitchFamily="2" charset="2"/>
              </a:rPr>
              <a:t></a:t>
            </a: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en-US" sz="1600" kern="1200">
              <a:latin typeface="+mn-lt"/>
              <a:ea typeface="+mn-ea"/>
              <a:cs typeface="+mn-cs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44B55AE5-9FCB-4ED1-0580-2CB4F2DC5F6F}"/>
              </a:ext>
            </a:extLst>
          </p:cNvPr>
          <p:cNvSpPr txBox="1"/>
          <p:nvPr/>
        </p:nvSpPr>
        <p:spPr>
          <a:xfrm>
            <a:off x="7713536" y="457742"/>
            <a:ext cx="4081300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 kern="1200">
                <a:latin typeface="+mn-lt"/>
                <a:ea typeface="+mn-ea"/>
                <a:cs typeface="+mn-cs"/>
              </a:rPr>
              <a:t>Ez egész a </a:t>
            </a:r>
            <a:r>
              <a:rPr lang="hu-HU" sz="1600" kern="1200" err="1">
                <a:latin typeface="+mn-lt"/>
                <a:ea typeface="+mn-ea"/>
                <a:cs typeface="+mn-cs"/>
              </a:rPr>
              <a:t>header</a:t>
            </a:r>
            <a:r>
              <a:rPr lang="hu-HU" sz="1600"/>
              <a:t>-ben van</a:t>
            </a:r>
          </a:p>
          <a:p>
            <a:pPr marL="285750" indent="-285750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 kern="1200">
                <a:latin typeface="+mn-lt"/>
                <a:ea typeface="+mn-ea"/>
                <a:cs typeface="+mn-cs"/>
              </a:rPr>
              <a:t>Egy NAV tagen belül található meg a navigációs gombok</a:t>
            </a:r>
          </a:p>
          <a:p>
            <a:pPr marL="285750" indent="-285750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 kern="1200">
                <a:latin typeface="+mn-lt"/>
                <a:ea typeface="+mn-ea"/>
                <a:cs typeface="+mn-cs"/>
              </a:rPr>
              <a:t>Menü Gombok Listában</a:t>
            </a: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en-US" sz="1600" kern="1200">
              <a:latin typeface="+mn-lt"/>
              <a:ea typeface="+mn-ea"/>
              <a:cs typeface="+mn-cs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4216D47-18AB-3EC5-45DE-C6F9A16EBEEF}"/>
              </a:ext>
            </a:extLst>
          </p:cNvPr>
          <p:cNvSpPr txBox="1"/>
          <p:nvPr/>
        </p:nvSpPr>
        <p:spPr>
          <a:xfrm>
            <a:off x="804866" y="3859831"/>
            <a:ext cx="3778448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 algn="r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 kern="1200" err="1">
                <a:latin typeface="+mn-lt"/>
                <a:ea typeface="+mn-ea"/>
                <a:cs typeface="+mn-cs"/>
              </a:rPr>
              <a:t>Kontener</a:t>
            </a:r>
            <a:r>
              <a:rPr lang="hu-HU" sz="1600"/>
              <a:t> --&gt; A stílusa a div-</a:t>
            </a:r>
            <a:r>
              <a:rPr lang="hu-HU" sz="1600" err="1"/>
              <a:t>nek</a:t>
            </a:r>
            <a:r>
              <a:rPr lang="hu-HU" sz="1600"/>
              <a:t> amely </a:t>
            </a:r>
            <a:r>
              <a:rPr lang="hu-HU" sz="1600" err="1"/>
              <a:t>elfoglalaja</a:t>
            </a:r>
            <a:r>
              <a:rPr lang="hu-HU" sz="1600"/>
              <a:t> a lap tetejét</a:t>
            </a:r>
          </a:p>
          <a:p>
            <a:pPr marL="285750" indent="-285750" algn="r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 kern="1200" err="1">
                <a:latin typeface="+mn-lt"/>
                <a:ea typeface="+mn-ea"/>
                <a:cs typeface="+mn-cs"/>
              </a:rPr>
              <a:t>N</a:t>
            </a:r>
            <a:r>
              <a:rPr lang="hu-HU" sz="1600" err="1"/>
              <a:t>av</a:t>
            </a:r>
            <a:r>
              <a:rPr lang="hu-HU" sz="1600"/>
              <a:t> --&gt; Ezen belül találhatóak meg a navigációs gombok.</a:t>
            </a: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en-US" sz="1600" kern="120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67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3C9D33-CB0C-5E9F-F642-4C963637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002" y="349624"/>
            <a:ext cx="3223116" cy="549333"/>
          </a:xfrm>
        </p:spPr>
        <p:txBody>
          <a:bodyPr/>
          <a:lstStyle/>
          <a:p>
            <a:r>
              <a:rPr lang="hu-HU"/>
              <a:t>Kvíz kinézete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AAABADA-9A33-03F7-80A6-554E48B7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88153-3D68-4F3E-A0F3-0FB6EE25266E}" type="datetime1">
              <a:rPr lang="en-US"/>
              <a:t>4/27/2026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DDA23E-90AE-ADB1-A7CB-F5458DBB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025B1D-080B-AAA7-AF1F-FFC82DFF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81C51F4-1729-A002-5F14-997DBBD90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207" y="-81148"/>
            <a:ext cx="4790138" cy="373083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63EE0693-7D6B-EA24-FF78-AD5F9014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66" y="3201068"/>
            <a:ext cx="6096000" cy="3307308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CE4A417A-98EC-B83B-EFA1-8B802D63072D}"/>
              </a:ext>
            </a:extLst>
          </p:cNvPr>
          <p:cNvSpPr txBox="1"/>
          <p:nvPr/>
        </p:nvSpPr>
        <p:spPr>
          <a:xfrm>
            <a:off x="5643563" y="898957"/>
            <a:ext cx="1388692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 err="1"/>
              <a:t>Beíros</a:t>
            </a:r>
            <a:r>
              <a:rPr lang="hu-HU" sz="1600"/>
              <a:t> Kvíz</a:t>
            </a:r>
            <a:endParaRPr lang="hu-HU" sz="1600" kern="1200">
              <a:latin typeface="+mn-lt"/>
              <a:ea typeface="+mn-ea"/>
              <a:cs typeface="+mn-cs"/>
            </a:endParaRPr>
          </a:p>
          <a:p>
            <a:pPr algn="r"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>
                <a:sym typeface="Wingdings" panose="05000000000000000000" pitchFamily="2" charset="2"/>
              </a:rPr>
              <a:t></a:t>
            </a:r>
            <a:endParaRPr lang="en-US" sz="1600" kern="1200">
              <a:latin typeface="+mn-lt"/>
              <a:ea typeface="+mn-ea"/>
              <a:cs typeface="+mn-cs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370DADCD-80DE-5E03-6713-6A997CE0BDED}"/>
              </a:ext>
            </a:extLst>
          </p:cNvPr>
          <p:cNvSpPr txBox="1"/>
          <p:nvPr/>
        </p:nvSpPr>
        <p:spPr>
          <a:xfrm>
            <a:off x="1781163" y="991125"/>
            <a:ext cx="3778448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 algn="r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 kern="1200">
                <a:latin typeface="+mn-lt"/>
                <a:ea typeface="+mn-ea"/>
                <a:cs typeface="+mn-cs"/>
              </a:rPr>
              <a:t>Válaszokat beírva a függvény megnézi hogy helyes válasz</a:t>
            </a:r>
          </a:p>
          <a:p>
            <a:pPr marL="285750" indent="-285750" algn="r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/>
              <a:t>A leellenőrzés után a piros gombra kattintva láthatod az eredményt</a:t>
            </a: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en-US" sz="1600" kern="1200">
              <a:latin typeface="+mn-lt"/>
              <a:ea typeface="+mn-ea"/>
              <a:cs typeface="+mn-cs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2E429BD-8673-FA24-0620-BDCDC755C02D}"/>
              </a:ext>
            </a:extLst>
          </p:cNvPr>
          <p:cNvSpPr txBox="1"/>
          <p:nvPr/>
        </p:nvSpPr>
        <p:spPr>
          <a:xfrm>
            <a:off x="6647610" y="4476923"/>
            <a:ext cx="1388692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/>
              <a:t> Több választásos Kvíz</a:t>
            </a: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r>
              <a:rPr lang="hu-HU" sz="1600" kern="1200">
                <a:latin typeface="+mn-lt"/>
                <a:ea typeface="+mn-ea"/>
                <a:cs typeface="+mn-cs"/>
                <a:sym typeface="Wingdings" panose="05000000000000000000" pitchFamily="2" charset="2"/>
              </a:rPr>
              <a:t></a:t>
            </a:r>
            <a:endParaRPr lang="en-US" sz="1600" kern="1200">
              <a:latin typeface="+mn-lt"/>
              <a:ea typeface="+mn-ea"/>
              <a:cs typeface="+mn-cs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0E4F719E-07E5-078B-53D7-B18AF60EEEED}"/>
              </a:ext>
            </a:extLst>
          </p:cNvPr>
          <p:cNvSpPr txBox="1"/>
          <p:nvPr/>
        </p:nvSpPr>
        <p:spPr>
          <a:xfrm>
            <a:off x="7714460" y="4327241"/>
            <a:ext cx="3778448" cy="19336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 kern="1200">
                <a:latin typeface="+mn-lt"/>
                <a:ea typeface="+mn-ea"/>
                <a:cs typeface="+mn-cs"/>
              </a:rPr>
              <a:t>Válaszokat </a:t>
            </a:r>
            <a:r>
              <a:rPr lang="hu-HU" sz="1600" kern="1200" err="1">
                <a:latin typeface="+mn-lt"/>
                <a:ea typeface="+mn-ea"/>
                <a:cs typeface="+mn-cs"/>
              </a:rPr>
              <a:t>bekkatintva</a:t>
            </a:r>
            <a:r>
              <a:rPr lang="hu-HU" sz="1600" kern="1200">
                <a:latin typeface="+mn-lt"/>
                <a:ea typeface="+mn-ea"/>
                <a:cs typeface="+mn-cs"/>
              </a:rPr>
              <a:t> a függvény megnézi hogy helyes válasz</a:t>
            </a:r>
          </a:p>
          <a:p>
            <a:pPr marL="285750" indent="-285750">
              <a:lnSpc>
                <a:spcPct val="130000"/>
              </a:lnSpc>
              <a:spcBef>
                <a:spcPts val="1000"/>
              </a:spcBef>
              <a:buSzPct val="85000"/>
              <a:buFont typeface="Courier New" panose="02070309020205020404" pitchFamily="49" charset="0"/>
              <a:buChar char="o"/>
            </a:pPr>
            <a:r>
              <a:rPr lang="hu-HU" sz="1600"/>
              <a:t>A leellenőrzés után a piros gombra kattintva láthatod kiírja az eredményt</a:t>
            </a: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hu-HU" sz="1600" kern="1200">
              <a:latin typeface="+mn-lt"/>
              <a:ea typeface="+mn-ea"/>
              <a:cs typeface="+mn-cs"/>
            </a:endParaRPr>
          </a:p>
          <a:p>
            <a:pPr>
              <a:lnSpc>
                <a:spcPct val="130000"/>
              </a:lnSpc>
              <a:spcBef>
                <a:spcPts val="1000"/>
              </a:spcBef>
              <a:buSzPct val="85000"/>
            </a:pPr>
            <a:endParaRPr lang="en-US" sz="1600" kern="120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3447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2D3CD7-9312-013B-F4BA-79242ECD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Teszt technikai oldala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1A2186-E74B-F36A-817A-34E2CD1B9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H</a:t>
            </a:r>
            <a:r>
              <a:rPr lang="hu-HU" err="1"/>
              <a:t>árom</a:t>
            </a:r>
            <a:r>
              <a:rPr lang="hu-HU"/>
              <a:t> </a:t>
            </a:r>
            <a:r>
              <a:rPr lang="hu-HU" err="1"/>
              <a:t>kvíz</a:t>
            </a:r>
            <a:r>
              <a:rPr lang="hu-HU"/>
              <a:t>, </a:t>
            </a:r>
            <a:r>
              <a:rPr lang="hu-HU" err="1"/>
              <a:t>hár</a:t>
            </a:r>
            <a:r>
              <a:rPr lang="hu-HU">
                <a:ea typeface="+mn-lt"/>
                <a:cs typeface="+mn-lt"/>
              </a:rPr>
              <a:t>om függvény: </a:t>
            </a:r>
            <a:r>
              <a:rPr lang="hu-HU">
                <a:latin typeface="Consolas"/>
                <a:ea typeface="+mn-lt"/>
                <a:cs typeface="+mn-lt"/>
              </a:rPr>
              <a:t>kvizErtekel</a:t>
            </a:r>
            <a:r>
              <a:rPr lang="hu-HU">
                <a:ea typeface="+mn-lt"/>
                <a:cs typeface="+mn-lt"/>
              </a:rPr>
              <a:t>, </a:t>
            </a:r>
            <a:r>
              <a:rPr lang="hu-HU">
                <a:latin typeface="Consolas"/>
                <a:ea typeface="+mn-lt"/>
                <a:cs typeface="+mn-lt"/>
              </a:rPr>
              <a:t>kvizErtekeltext</a:t>
            </a:r>
            <a:r>
              <a:rPr lang="hu-HU">
                <a:ea typeface="+mn-lt"/>
                <a:cs typeface="+mn-lt"/>
              </a:rPr>
              <a:t> és </a:t>
            </a:r>
            <a:r>
              <a:rPr lang="hu-HU">
                <a:latin typeface="Consolas"/>
                <a:ea typeface="+mn-lt"/>
                <a:cs typeface="+mn-lt"/>
              </a:rPr>
              <a:t>kvizErtekeltextb</a:t>
            </a:r>
          </a:p>
          <a:p>
            <a:r>
              <a:rPr lang="hu-HU">
                <a:latin typeface="Trade Gothic Next Light"/>
              </a:rPr>
              <a:t>Egy rádiógombos és két beviteni kvíz</a:t>
            </a:r>
          </a:p>
          <a:p>
            <a:r>
              <a:rPr lang="hu-HU">
                <a:latin typeface="Trade Gothic Next Light"/>
              </a:rPr>
              <a:t>Üres mezők hibája</a:t>
            </a:r>
          </a:p>
          <a:p>
            <a:r>
              <a:rPr lang="hu-HU">
                <a:latin typeface="Trade Gothic Next Light"/>
              </a:rPr>
              <a:t>Kisbetűk hibája - .toLowerCase()</a:t>
            </a:r>
          </a:p>
          <a:p>
            <a:r>
              <a:rPr lang="hu-HU">
                <a:solidFill>
                  <a:srgbClr val="FFFFFF"/>
                </a:solidFill>
                <a:latin typeface="Trade Gothic Next Light"/>
              </a:rPr>
              <a:t>Sajátos értékelő válaszok</a:t>
            </a:r>
          </a:p>
          <a:p>
            <a:r>
              <a:rPr lang="hu-HU">
                <a:solidFill>
                  <a:srgbClr val="FFFFFF"/>
                </a:solidFill>
                <a:latin typeface="Trade Gothic Next Light"/>
              </a:rPr>
              <a:t>Színezések</a:t>
            </a:r>
          </a:p>
          <a:p>
            <a:endParaRPr lang="hu-HU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430D105-763E-9F41-7CB0-27A3208D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70076-F428-4DE5-8B47-BAA0808EED16}" type="datetime1">
              <a:t>4/27/2026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238B5D2-880A-74AD-F9FF-06C8627E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C1D1B8-54E5-438C-30EE-E8270C85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5E7E6D-21C5-2018-4FDE-D82455DD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227" y="2371892"/>
            <a:ext cx="9238434" cy="861383"/>
          </a:xfrm>
        </p:spPr>
        <p:txBody>
          <a:bodyPr/>
          <a:lstStyle/>
          <a:p>
            <a:pPr algn="ctr"/>
            <a:r>
              <a:rPr lang="hu-HU"/>
              <a:t>Köszönjük a figyelmet!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0BF6EBF-DEFC-4F5B-B4C7-1C7D06D8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07DF-666B-433D-9920-9126192531B1}" type="datetime1">
              <a:t>4/27/2026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806993C-C2D7-FFE4-82B3-3CEA943C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3DE3957-A720-78C7-BDA0-DEF58FCA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21953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PortalVTI</vt:lpstr>
      <vt:lpstr>Forma-1 projekt</vt:lpstr>
      <vt:lpstr>tervek</vt:lpstr>
      <vt:lpstr>WEBOLDAL FELÉPÍTÉSE</vt:lpstr>
      <vt:lpstr>WEBOLDAL FELÉPÍTÉSE</vt:lpstr>
      <vt:lpstr>FőMenü-Navigáció</vt:lpstr>
      <vt:lpstr>FőMenü-Navigáció</vt:lpstr>
      <vt:lpstr>Kvíz kinézete</vt:lpstr>
      <vt:lpstr>Teszt technikai oldala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2026-04-27T17:28:19Z</dcterms:created>
  <dcterms:modified xsi:type="dcterms:W3CDTF">2026-04-27T20:25:55Z</dcterms:modified>
</cp:coreProperties>
</file>